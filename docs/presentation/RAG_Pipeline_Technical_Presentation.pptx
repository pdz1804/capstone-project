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BK-MInD: Educational 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Technical Overview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System: Educational Content Processing &amp; Retrieval-Augmented Generation (RAG)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Purpose: Process, index, and intelligently query educational multimedia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Status: Phase 2 - Production Ready (Conditional Go)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Architecture: Microservices with FastAPI backend, React frontend, deployed on AWS 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Performance Target: Support 40+ concurrent users with validated reliability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Key Achievement: Completed comprehensive JMeter performance testing (April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Multimodal Content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Audio/Video transcription (ASR via Whisper)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Document processing (PDF, DOCX, PPTX, Excel with merged cells)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OCR text extraction (Tesseract)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Image analysis (Vision Language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Intelligent Information Retrieval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Hybrid retrieval (BM25 + Dense embeddings)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Visual retrieval (ColQwen/ColPali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Multi-modal search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Question Answering with Citations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LLM-powered answer generation (OpenAI GPT-4)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Automatic citation extraction and linking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Context-aware query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Personalized Learning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Automated lecture summary generation (3 levels)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Personalized learning path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Adaptive assessment with difficulty adjustment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Analytics dashboard with performance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Frontend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React 19.2+ SPA with Vite build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TailwindCSS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API Gateway: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FastAPI 0.115+ RESTful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Authentication &amp;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Core Services: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Processing Service (4-stage pipeline)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Retrieval &amp; QA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Summary Generation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Learning Path &amp; Analytics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4-Stage Document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Stage 1: Normalization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Format validation, filename normalization, file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Stage 2: Media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Audio extraction &amp; ASR transcription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Video frame extraction &amp; OCR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Image extraction for VLM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Stage 3: Docling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Layout analysis, table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Image descriptions via VLM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Content structuring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Stage 4: Consolidation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Generate normalized PDF + Markdown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Create metadata &amp; prepare for indexing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Data &amp; Storage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Vector Database: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Milvus 2.3+ for 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Dense embeddings via Sentence-BERT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Relational Database: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PostgreSQL 18.x for metadata &amp; structured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Caching &amp; Queues: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Redis 7.2+ for session management &amp; task queues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File Storage: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AWS S3 for processed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Local filesystem for testing/development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Search Indexes: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BM25 for keyword retrieval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Dense vector indexes for semantic matching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AWS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Container Infrastructure: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Docker containerization for both backend &amp; frontend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Amazon ECS for container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Load Balancing: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Application Load Balancer (ALB)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Auto-scaling groups for dynamic capacity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CI/CD Pipeline: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GitHub Actions for automated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Terraform for infrastructure as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Separate deployments for develop (staging) &amp; main (production)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Monitoring &amp; Logging: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CloudWatch for logs &amp;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Health checks on all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Intelligent Retrieval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Multi-Modal Retrieval: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Text Retrieval: BM25 + Dense embeddings + Hybrid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Visual Retrieval: ColQwen/ColPali for image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Query Processing: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Query parsing &amp; embedding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Query expansion for better relevance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Result Processing: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Multi-method result fusion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Reranking &amp; relevance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Citation extraction &amp; formatting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Text retrieval: &lt;1 second for 1000+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Image retrieval: &lt;2 seconds for visual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Personalized Learning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Learning Path Generation: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Analyzes student performance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Identifies weak areas (&lt;70%)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Creates adaptive roadmaps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Recommends prerequisites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Tracks progression over 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Lecture Summarization: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3-level summaries (brief/standard/comprehensive)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Key concepts extraction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Learning objectives identification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Interactive timestamp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Adaptive Assessment: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Difficulty-adjusted questions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Performance tracking by concept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Instant feedback with explanations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Weak area identification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Analytics Dashboard: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Progress visualization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Strength/weakness matrix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Learning curve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Performance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Personalized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Phase 2 FE AI Merge -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Completed Components: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4-stage document processing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Multi-modal retrieval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FastAPI backend with full API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React frontend with search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File management and upload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Recently Integrated: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Excel processing with merged cell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ASR transcription (Whisper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Document processing v2 with SageMaker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ECS deployment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Status Indicators: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Backend: rag-pipeline-cluster-backend-service (active)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Frontend: rag-pipeline-cluster-frontend-service (active)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Performance Testing Results (April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Testing Scope: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JMeter load testing across multiple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Smoke, Load, Concurrency, and Stress testing profiles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Findings: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Core APIs (upload/process/index): 0 failures at 40 concurrent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Search endpoint: 100% success rate through 40 threads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Non-main APIs: High reliability with low error rates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Release Recommendation: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Status: Conditional Go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Accepted concurrency boundary: 40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Mandatory gates: Readiness gating + latency SLO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Performance Metrics - Core Pipeline (40 threads)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Upload API: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Avg Latency: 1,156 ms | P95: 1,400 ms | Success: 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Process API: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Avg Latency: 2,203 ms | P95: 2,394 ms | Success: 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Index API: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Avg Latency: 7,956 ms | P95: 8,324 ms | Success: 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Search API (Ready Users):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Avg Latency: 46,680 ms | P95: 61,526 ms | Success: 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Status &amp; Health Checks: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Avg Latency: 232-254 ms | Success: 100%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Performance Metrics - 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Chat/Stream Endpoint: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Weighted Avg: 18,280 ms | P95: 32,650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Status: High tail latency - generation-heavy operation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Insights Summary: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Weighted Avg: 3,256 ms | P95: 20,189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Insights Learning Roadmap: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Weighted Avg: 3,122 ms | P95: 18,548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Quiz/MCQ Generation: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Weighted Avg: 1,669 ms | P95: 7,671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Generation-heavy endpoints are primary optimization target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Known Risks &amp; Mitigation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Risk 1: High Tail Latency on Search/Generation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Mitigation: Apply P95/P99 SLO alerting, implement request queuing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Risk 2: Index Endpoint Performance Under 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Mitigation: Optimize vector indexing, scale inference capacity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Risk 3: Generation Quality at Peak 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Mitigation: Autoscaling + upstream dependency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Risk 4: Unready User Search Failures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Mitigation: Enforce readiness gating before search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Risk 5: Limited Infrastructure-Model Correlation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Mitigation: Enhance monitoring for SageMaker &amp; gateway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Mandatory Release Conditions (Go-Live Checklist)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□ G1: Readiness guard enabled on search path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 Clear business-response behavior for not-ready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□ G2: Alerting configured for error-rate &amp; tail latency (P95, P99)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 On all critical endpoints (search, chat, insights, index)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□ G3: Peak-hour runbook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 For generation-path degradation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□ G4: Capacity/health dashboards reviewed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 For model-inference and gateway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□ G5: Post-release canary window planned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 With clear rollback criteria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Recommended SLO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Reliability Targets: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Search/core critical APIs: error rate ≤ 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Non-main APIs: error rate ≤ 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Latency Targets (Initial):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Search generation: P95 ≤ 20s, P99 ≤ 30s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Chat stream: P95 ≤ 25s, P99 ≤ 35s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Insights endpoints: P95 ≤ 12s, P99 ≤ 20s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Core index: P95 ≤ 9s, P99 ≤ 12s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Scaling Target: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Validated concurrency: 40 users (conservative)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Next extension: Beyond 40 after index optimization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Next Steps &amp; Future 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2 FE AI Merge Improvements: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1. Implement readiness gating on search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2. Add P95/P99 latency monitoring &amp; alerting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3. Optimize index endpoint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Continued Testing (Post-Release):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Mixed user profile testing (ready/unready cohorts)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Non-main concurrency saturation (20, 40, 60 threads)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Search latency deep-dive with infrastructure correlation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Production-like soak tests (30-60 minute duration)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Scaling Roadmap: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Extend concurrency boundary after index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Implement caching strategies for generation endpoints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Technology Stack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Frontend: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React 19.2+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Vite 5.0+ build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TailwindCSS 3.4+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Redux Toolkit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Python 3.11+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FastAPI 0.115+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asyncio for async ops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AI/ML Services: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Whisper (ASR)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Tesseract (OCR)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SmolVLM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OpenAI GPT-4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Sentence-BERT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External APIs: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SageMaker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OpenAI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Google Gemini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Databases: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Milvus 2.3+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PostgreSQL 18.x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Redis 7.2+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Processing: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FFmpeg (media)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Poppler (PDF)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Docling (documents)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Deployment: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Docker 25.0+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Docker Compose 2.20+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AWS ECS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ALB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Infrastructure: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Terraform (IaC)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GitHub Actions (CI/CD)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CloudWatch (monitoring)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Availability: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Target: 99% uptime during business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Response Time (Non-Peak):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Text retrieval: &lt;1 second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Image retrieval: &lt;2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Answer generation: &lt;10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Scalability: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Validated: 40 concurrent users with 100% success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Document corpus: 10,000+ documents supported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Quality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ASR WER: &lt;15%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OCR accuracy: &gt;90%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Retrieval nDCG@10: &gt;0.2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User satisfaction: &gt;4.0/5.0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CI/CD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GitHub Actions Workflows: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Backend CI/CD (backend-cicd.yml)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Trigger: Push/PR to main/develop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Docker build → ECR push → ECS deploy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Frontend CI/CD (frontend-cicd.yml)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Trigger: Push/PR to main/develop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npm build → Docker build → ECR push → ECS deploy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Infrastructure CI/CD (Terraform)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Trigger: Push to 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• Terraform plan → PR comment → Apply on merge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OIDC authentication to AWS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Multi-stage Docker builds with layer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Health checks before marking deployment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UI/UX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Design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Professional, clean interface following modern design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Consistent color palette &amp; typography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Responsive design for desktop and mobile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File upload with drag-and-drop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Progress indicators for long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Real-time search with multimodal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Interactive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Learning path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Accessibility: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Keyboard navigation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Screen reader compatibility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High contrast mode 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Multi-language support (Vietnamese, English)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Lessons Learned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What Worked Well: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4-stage modular processing pipeline (reusable, testable)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Microservices architecture (independent scaling)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Comprehensive JMeter testing (caught tail latency issues)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Infrastructure as Code (reproducible deployments)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Challenges &amp; Solutions: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High latency on generation endpoints → SLO-based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Index bottleneck → Vectorization optimization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Unready user failures → Implement readiness gates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Recommendations: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Always include performance testing in release cycle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Monitor infrastructure + model latency correlation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Implement SLOs early, not after performance issues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Conclusion &amp;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2 FE AI Merge Status: Production Ready (Conditional)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Achievements: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Full multimodal content processing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Hybrid retrieval with visual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Advanced features (summaries, learning paths, assessments)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Comprehensive performance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✓ AWS production deployment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Immediate Next Steps (Next 2-4 weeks):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1. Implement readiness gating on search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2. Deploy latency monitoring &amp; SLO alerting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3. Execute go-live checklist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4. Prepare runbooks for peak-load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Long-term Vision: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Scale beyond 40 concurrent users after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Integrate with university SSO &amp; LMS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• Expand content processing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